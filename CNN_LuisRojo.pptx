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45"/>
    <p:restoredTop sz="94631"/>
  </p:normalViewPr>
  <p:slideViewPr>
    <p:cSldViewPr snapToGrid="0">
      <p:cViewPr varScale="1">
        <p:scale>
          <a:sx n="101" d="100"/>
          <a:sy n="101" d="100"/>
        </p:scale>
        <p:origin x="26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8AC40-0E81-AAB2-1D66-B3016415D8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0EAAF-E17E-A16B-AB03-32C8D05FBD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6DE53-0D23-DAD2-61BB-9EADB2A82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E776-ABB5-534D-BF81-7F3B76D14C17}" type="datetimeFigureOut">
              <a:rPr lang="en-MX" smtClean="0"/>
              <a:t>02/11/25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80EE5-ED55-A1DD-049F-DCD482BE4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94A331-EF6F-94CF-2D22-421307D9F0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4B8D-81D6-7649-B0BF-7E24410D544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157529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54FF-4D0E-AC32-454B-CE222580E0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59112-EC8F-CD83-BBAD-5672ACC1FF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5C07C2-C856-2B59-F3ED-F2167A85C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E776-ABB5-534D-BF81-7F3B76D14C17}" type="datetimeFigureOut">
              <a:rPr lang="en-MX" smtClean="0"/>
              <a:t>02/11/25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5A7AE6-D872-5982-CFE8-110EA80F8F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8BC4D-F5AA-38B2-C34B-7907A1294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4B8D-81D6-7649-B0BF-7E24410D544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12488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8386A-A1BC-1D43-3CAC-C732FAF372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C3BCCA-FF98-AEFE-F1FF-5BC0F85D5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EE963-98D0-8D01-EDE9-21D244EC2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E776-ABB5-534D-BF81-7F3B76D14C17}" type="datetimeFigureOut">
              <a:rPr lang="en-MX" smtClean="0"/>
              <a:t>02/11/25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E0312E-8D2D-F7C6-4CA9-69CADEC71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699F11-B808-10C9-12A7-2F492503C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4B8D-81D6-7649-B0BF-7E24410D544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261609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5E50C-FDE5-C285-AECB-26A9AC03D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3C55B-607F-97C6-26E8-6A622EE796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78D086-84E3-9675-22B2-137577330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CEF82E-93D9-4136-A130-0F84BF5AA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E776-ABB5-534D-BF81-7F3B76D14C17}" type="datetimeFigureOut">
              <a:rPr lang="en-MX" smtClean="0"/>
              <a:t>02/11/25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1B3F36-4CD3-5E06-0D19-50C6B516E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D23C6-509C-8B03-E540-A14C59A7B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4B8D-81D6-7649-B0BF-7E24410D544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082871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C551-8336-AD5F-C063-F3E438B47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C17B9E-7BCC-ECBD-76E8-0B2BFC5628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A23CEE-00B9-FD0C-68BF-BA8C0BF28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06C1D8-6513-64CC-F529-F0D5BA743D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23C6F9-E6FB-159B-6A50-EF44E88808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2B2CD0-6B2C-ABEB-BE73-E68813BE03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E776-ABB5-534D-BF81-7F3B76D14C17}" type="datetimeFigureOut">
              <a:rPr lang="en-MX" smtClean="0"/>
              <a:t>02/11/25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46E0A8-1E3B-0B3C-AAB4-1F37EB1B3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4533AB-5DE7-E272-EEB7-FBF634488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4B8D-81D6-7649-B0BF-7E24410D544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459206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520ED-B276-B639-6BBD-E925A3D89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69725E-71BF-75E5-BA8B-11C49C15E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E776-ABB5-534D-BF81-7F3B76D14C17}" type="datetimeFigureOut">
              <a:rPr lang="en-MX" smtClean="0"/>
              <a:t>02/11/25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6E608-7A6F-D480-8378-EB2A43B2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82B098-EDF3-277F-F81C-EEE8A1B52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4B8D-81D6-7649-B0BF-7E24410D544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75122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0BF81B-FD0B-7605-69A6-87525119E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E776-ABB5-534D-BF81-7F3B76D14C17}" type="datetimeFigureOut">
              <a:rPr lang="en-MX" smtClean="0"/>
              <a:t>02/11/25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33E674-E135-393D-259C-5B6CE42EA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87B09D-93A3-BF80-1D37-70794E16B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4B8D-81D6-7649-B0BF-7E24410D544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918177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724CC-C6D8-41A6-5606-2AA76CFF5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CEAAB-A4A5-A90B-F6E8-A4D720437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0F9B01-8636-958B-2220-92AB946290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5212A5-D7DA-AE4E-5647-A19C86BC4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E776-ABB5-534D-BF81-7F3B76D14C17}" type="datetimeFigureOut">
              <a:rPr lang="en-MX" smtClean="0"/>
              <a:t>02/11/25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B81426-003F-C793-9BBE-B8321659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8147E6-E0FD-9C6D-F39C-2B8434685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4B8D-81D6-7649-B0BF-7E24410D544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780188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D32A5-722D-A04A-11A2-1913777A5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B416218-A4F7-40BE-40D1-B353DC2594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F127F6-4753-D91A-E510-F8102DE1B0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FC4085-CB90-1D89-5D53-832AD666F9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E776-ABB5-534D-BF81-7F3B76D14C17}" type="datetimeFigureOut">
              <a:rPr lang="en-MX" smtClean="0"/>
              <a:t>02/11/25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78E0E-1C9E-77F7-9877-03A720EA4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293050-3A03-81B8-D83D-2EE27C150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4B8D-81D6-7649-B0BF-7E24410D544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17298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84DF0F-C4C7-B7DA-566B-ED02D3FA0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F281B3-54BD-F6D0-3C9E-CF86BB034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8F7EE-BAD9-B6CD-62C6-6E5B9C2DB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E776-ABB5-534D-BF81-7F3B76D14C17}" type="datetimeFigureOut">
              <a:rPr lang="en-MX" smtClean="0"/>
              <a:t>02/11/25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6BA52D-AEC9-86F6-8FC6-FB238B67E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9FCDB-FD11-EF2C-41D3-BB69ECA67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4B8D-81D6-7649-B0BF-7E24410D544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444610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159C58-46EF-63F0-AEF8-93383BB7B2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A48A74-F5AF-5C0D-DFF1-7780C9B57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E323F7-9CE4-01C6-AEC7-2F2D83B24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17E776-ABB5-534D-BF81-7F3B76D14C17}" type="datetimeFigureOut">
              <a:rPr lang="en-MX" smtClean="0"/>
              <a:t>02/11/25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4B559-ED57-099E-1039-5D1920B0A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F0B8B0-ECBD-3511-903C-1331D5928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04B8D-81D6-7649-B0BF-7E24410D544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7394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A22D4B-ED4C-5D45-2DF1-94026411D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0076BE-4544-AF89-A260-479644F89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318A6-A678-64A3-869A-C3CA684D44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17E776-ABB5-534D-BF81-7F3B76D14C17}" type="datetimeFigureOut">
              <a:rPr lang="en-MX" smtClean="0"/>
              <a:t>02/11/25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868DDA-6F72-833E-39A2-99C31BA30E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A7F5FD-25CA-4537-AACC-574A73F57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C04B8D-81D6-7649-B0BF-7E24410D5447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610604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B86F1-DEA8-30C3-1E90-66014E2FF0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X" dirty="0"/>
              <a:t>Project CNN v MLP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4D4396-E6DF-84DA-3006-1E098A1824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MX" dirty="0"/>
              <a:t>Instituto Politécnico Nacional</a:t>
            </a:r>
          </a:p>
          <a:p>
            <a:r>
              <a:rPr lang="en-MX" dirty="0"/>
              <a:t>Centro de Investigación en Computación</a:t>
            </a:r>
          </a:p>
          <a:p>
            <a:r>
              <a:rPr lang="en-MX" dirty="0"/>
              <a:t>Deep Larning</a:t>
            </a:r>
          </a:p>
          <a:p>
            <a:r>
              <a:rPr lang="en-MX" dirty="0"/>
              <a:t>Luis Angel Rojo Chavez</a:t>
            </a:r>
          </a:p>
        </p:txBody>
      </p:sp>
    </p:spTree>
    <p:extLst>
      <p:ext uri="{BB962C8B-B14F-4D97-AF65-F5344CB8AC3E}">
        <p14:creationId xmlns:p14="http://schemas.microsoft.com/office/powerpoint/2010/main" val="864818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74B36-EA9D-56F0-D5A5-CF35CA704D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576887"/>
            <a:ext cx="10911840" cy="64008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/>
              <a:t>CIFAR-10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DDB1D2D-E974-BBE1-A4CE-EAB0D5B68FB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413" r="1" b="6759"/>
          <a:stretch>
            <a:fillRect/>
          </a:stretch>
        </p:blipFill>
        <p:spPr>
          <a:xfrm>
            <a:off x="640080" y="640080"/>
            <a:ext cx="10911840" cy="4836795"/>
          </a:xfrm>
          <a:prstGeom prst="rect">
            <a:avLst/>
          </a:prstGeom>
          <a:ln w="19050">
            <a:solidFill>
              <a:schemeClr val="tx1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2148509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28A59D3-1869-66BB-81EC-D86CA46500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721" r="1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1CA00D-D49E-8862-FD5D-6CF9B9746E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Augmentation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506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712E947-0734-45F9-9C4F-41114EC3A3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285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2B3290A-D3BF-4B87-B55B-FD9A98B497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9030" cy="1576446"/>
            <a:chOff x="0" y="0"/>
            <a:chExt cx="12192002" cy="157644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33A715A-0686-440A-8F40-441B42A660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 flipH="1">
              <a:off x="2" y="0"/>
              <a:ext cx="12191998" cy="1575955"/>
            </a:xfrm>
            <a:prstGeom prst="rect">
              <a:avLst/>
            </a:prstGeom>
            <a:gradFill>
              <a:gsLst>
                <a:gs pos="0">
                  <a:srgbClr val="000000">
                    <a:alpha val="96000"/>
                  </a:srgbClr>
                </a:gs>
                <a:gs pos="100000">
                  <a:schemeClr val="accent1">
                    <a:lumMod val="75000"/>
                  </a:schemeClr>
                </a:gs>
              </a:gsLst>
              <a:lin ang="8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761657F-19F2-425B-B7E9-0118CD13C3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07778" y="-5307778"/>
              <a:ext cx="1576446" cy="12192002"/>
            </a:xfrm>
            <a:prstGeom prst="rect">
              <a:avLst/>
            </a:prstGeom>
            <a:gradFill>
              <a:gsLst>
                <a:gs pos="45000">
                  <a:schemeClr val="accent1">
                    <a:alpha val="0"/>
                  </a:schemeClr>
                </a:gs>
                <a:gs pos="99000">
                  <a:srgbClr val="000000">
                    <a:alpha val="74000"/>
                  </a:srgbClr>
                </a:gs>
              </a:gsLst>
              <a:lin ang="11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27B6634-79D3-4EDD-A77A-1065D6F3A4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825434" y="0"/>
              <a:ext cx="4303422" cy="1575461"/>
            </a:xfrm>
            <a:prstGeom prst="rect">
              <a:avLst/>
            </a:prstGeom>
            <a:gradFill>
              <a:gsLst>
                <a:gs pos="0">
                  <a:schemeClr val="accent1">
                    <a:alpha val="17000"/>
                  </a:schemeClr>
                </a:gs>
                <a:gs pos="74000">
                  <a:schemeClr val="accent1">
                    <a:lumMod val="50000"/>
                    <a:alpha val="0"/>
                  </a:schemeClr>
                </a:gs>
              </a:gsLst>
              <a:lin ang="14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C839FC0-2598-8964-D808-4C4BF3C76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8" y="319314"/>
            <a:ext cx="9477377" cy="1030515"/>
          </a:xfrm>
        </p:spPr>
        <p:txBody>
          <a:bodyPr anchor="ctr">
            <a:normAutofit/>
          </a:bodyPr>
          <a:lstStyle/>
          <a:p>
            <a:r>
              <a:rPr lang="en-MX" sz="4000" dirty="0">
                <a:solidFill>
                  <a:srgbClr val="FFFFFF"/>
                </a:solidFill>
              </a:rPr>
              <a:t>Convolutions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E74B98-C139-243F-0540-C624D656EB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598" y="2271496"/>
            <a:ext cx="2414543" cy="261736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A8DAE9E-AFD6-D5A6-8980-1524F5CB64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9254" y="412263"/>
            <a:ext cx="6285146" cy="63358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8977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grid of squares&#10;&#10;AI-generated content may be incorrect.">
            <a:extLst>
              <a:ext uri="{FF2B5EF4-FFF2-40B4-BE49-F238E27FC236}">
                <a16:creationId xmlns:a16="http://schemas.microsoft.com/office/drawing/2014/main" id="{6AACDF91-33B0-C8AE-EEE1-F7619718CF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1524" y="643467"/>
            <a:ext cx="5508951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1837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1745A4-2F94-3B93-CA94-256F358EB0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" r="-23310" b="34641"/>
          <a:stretch>
            <a:fillRect/>
          </a:stretch>
        </p:blipFill>
        <p:spPr>
          <a:xfrm>
            <a:off x="3494626" y="643467"/>
            <a:ext cx="5202748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698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21</Words>
  <Application>Microsoft Macintosh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Project CNN v MLP</vt:lpstr>
      <vt:lpstr>CIFAR-10</vt:lpstr>
      <vt:lpstr>Augmentation</vt:lpstr>
      <vt:lpstr>Convolutions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Angel Rojo Chavez</dc:creator>
  <cp:lastModifiedBy>Luis Angel Rojo Chavez</cp:lastModifiedBy>
  <cp:revision>1</cp:revision>
  <dcterms:created xsi:type="dcterms:W3CDTF">2025-11-02T06:51:13Z</dcterms:created>
  <dcterms:modified xsi:type="dcterms:W3CDTF">2025-11-02T06:59:17Z</dcterms:modified>
</cp:coreProperties>
</file>